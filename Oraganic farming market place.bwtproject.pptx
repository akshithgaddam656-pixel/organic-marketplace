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86" d="100"/>
          <a:sy n="86" d="100"/>
        </p:scale>
        <p:origin x="5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0394D-922D-660B-CCDA-851615FBDE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6A72FDC-8CE3-7F28-D463-D450C814DA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FE844-2E65-FCEE-D0AD-CE37A775A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E9CD-4BB7-43B9-A11E-0ED58E0C11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A46665-14D7-4BAD-3671-7B12BD1D6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D742-706C-039F-A5A8-9DA2F2502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3D5-9C5B-4E98-B604-527BB2FB4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2416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05C44-668D-3CD6-954A-EDC626DE0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711272-0467-7D67-54AA-3D8F46723E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9D6D62-4A04-9EEF-8BF9-0856C2C465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E9CD-4BB7-43B9-A11E-0ED58E0C11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32369A-702F-9E8C-F62F-58A2DC84BE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46ECF35-8660-67B3-0484-18309B1130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3D5-9C5B-4E98-B604-527BB2FB4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04878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C0C982-7A86-AF32-D03B-6FBAD5958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057E13-1248-F0BE-45EA-7A029B454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1FA841-7B51-37F4-A7BE-53FBB9601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E9CD-4BB7-43B9-A11E-0ED58E0C11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62C650-BE77-5FD3-1B61-522CD34CE0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DEEE26-C91F-4A15-79B3-1EC517F5AF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3D5-9C5B-4E98-B604-527BB2FB4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553908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3D222-F702-5E2D-F07D-53DABD9042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53C77-F42A-E33A-E583-21BA91FB7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3DC1EF-6216-58DC-D4D2-2782D3B27A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1C61AB-67FE-43C4-3A8C-0307DADAD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E9CD-4BB7-43B9-A11E-0ED58E0C11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CC0258-0839-55B5-A1F7-0506C82F3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53843D-E9BA-0140-783B-C362B4F8C8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3D5-9C5B-4E98-B604-527BB2FB4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2617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54E368-8F64-7E09-7146-EF05058A3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179E3-B5EE-45ED-F0A8-2E2356EE5B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A48C37-3E8E-AD47-D5E3-EC82B91135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9F1700A-63AF-1007-0A36-7152D425C6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B88B420-897E-7ADA-63ED-20462BAD889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7932F84-54BB-5111-3B77-E73FDDF132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E9CD-4BB7-43B9-A11E-0ED58E0C11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BBB5D5-2CE2-EF01-BCAD-30669AAA7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218635-036D-D6D5-50F6-E42FA729C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3D5-9C5B-4E98-B604-527BB2FB4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2779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DC43A5-B5B1-76EA-A9B6-4D724EB3F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2BD5EE-52DE-AD0D-4947-7B9ADE9020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E9CD-4BB7-43B9-A11E-0ED58E0C11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E7E85D0-70B6-C06B-73B0-29E9D2998A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395986-3397-C8EB-C8DE-4ECEC80B94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3D5-9C5B-4E98-B604-527BB2FB4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1191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5B5AA3-204A-D87C-529D-ABF641DBA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E9CD-4BB7-43B9-A11E-0ED58E0C11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B3D5C59-C438-27C6-13CB-CCD499CE5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5BA054-5E4C-3C98-D96D-29309549CB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3D5-9C5B-4E98-B604-527BB2FB4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1995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79F09-0C9E-FD8C-CA69-E80412A391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ACDB73-3FFD-5838-A3BF-5FCA626897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1CD734-2521-2E0D-B2A6-8C9C4C004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25CAE0-0D74-84A7-5ACA-03478CD66E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E9CD-4BB7-43B9-A11E-0ED58E0C11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E0AD39C-D729-47F6-6149-B295FDC032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518834-061F-D5FD-7DB3-676AA4B2E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3D5-9C5B-4E98-B604-527BB2FB4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754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3D3D6-17C7-5364-DE9F-9196B0921D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EF0DDF-CD66-E5E7-3C94-2DDAF9BCDBD6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600745-D586-0664-0C15-8A705548DD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4E5A7E-3EFA-A56A-3599-A4E77C8727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E9CD-4BB7-43B9-A11E-0ED58E0C11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D0E30E-5186-742A-7136-FEC0E0929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AC6E2-A214-C347-2793-019564F3E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3D5-9C5B-4E98-B604-527BB2FB4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58627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B7EE3-BE74-39F3-FC97-339AB9984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55F4C45-FE76-A050-3FD6-81867395F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FB3FD-B9D5-5566-6D5F-71776C4B9B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E9CD-4BB7-43B9-A11E-0ED58E0C11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5068E-5FD8-43C4-8FC0-6106E3AFB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95801-A33B-628E-6D6F-3F07D5DB5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3D5-9C5B-4E98-B604-527BB2FB4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45279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CD61632-04BD-D6B2-EF48-561EE9FB4B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C78642-37AD-46A6-1F7D-1B8CF1E5CA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D0256E-5DC2-932C-56DC-21AE59A85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33E9CD-4BB7-43B9-A11E-0ED58E0C11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D1A929-1D99-1B35-749A-F62416774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585DBF-5628-000F-6CC8-9B5C1DDB79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57F3D5-9C5B-4E98-B604-527BB2FB4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07997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87CE729-A1BD-54C9-7787-AB5223362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3ECA84-A4A9-A6D0-221F-9C7447085F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E1E11D-5EDB-2136-47C8-E187F2E02E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33E9CD-4BB7-43B9-A11E-0ED58E0C117F}" type="datetimeFigureOut">
              <a:rPr lang="en-IN" smtClean="0"/>
              <a:t>10-10-2026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3A5EEF-A0C6-8A5E-5C33-AE37103F9D0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6208FC-BD8D-5275-119C-F093F0A5559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57F3D5-9C5B-4E98-B604-527BB2FB488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51871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E7B423B5-A552-D94B-D23F-C15093794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9220"/>
            <a:ext cx="11966056" cy="212210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701A3B6-64C5-EAB6-8BC0-01CF03048C8D}"/>
              </a:ext>
            </a:extLst>
          </p:cNvPr>
          <p:cNvSpPr txBox="1"/>
          <p:nvPr/>
        </p:nvSpPr>
        <p:spPr>
          <a:xfrm>
            <a:off x="3613212" y="2410569"/>
            <a:ext cx="43678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800" b="1" dirty="0" err="1"/>
              <a:t>Topic</a:t>
            </a:r>
            <a:r>
              <a:rPr lang="en-IN" sz="2800" dirty="0" err="1"/>
              <a:t>:</a:t>
            </a:r>
            <a:r>
              <a:rPr lang="en-IN" sz="2000" i="1" dirty="0" err="1"/>
              <a:t>Organic</a:t>
            </a:r>
            <a:r>
              <a:rPr lang="en-IN" sz="2000" i="1" dirty="0"/>
              <a:t> farming market place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677A424-D6F8-456A-CFD4-37CB031E3EE7}"/>
              </a:ext>
            </a:extLst>
          </p:cNvPr>
          <p:cNvSpPr txBox="1"/>
          <p:nvPr/>
        </p:nvSpPr>
        <p:spPr>
          <a:xfrm>
            <a:off x="3497802" y="3597797"/>
            <a:ext cx="412811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Team presented by:</a:t>
            </a:r>
          </a:p>
          <a:p>
            <a:r>
              <a:rPr lang="en-IN" b="1" dirty="0" err="1"/>
              <a:t>G.Akshith</a:t>
            </a:r>
            <a:r>
              <a:rPr lang="en-IN" b="1" dirty="0"/>
              <a:t> Reddy</a:t>
            </a:r>
          </a:p>
          <a:p>
            <a:r>
              <a:rPr lang="en-IN" b="1" dirty="0" err="1"/>
              <a:t>S.Bhanu</a:t>
            </a:r>
            <a:r>
              <a:rPr lang="en-IN" b="1" dirty="0"/>
              <a:t> Prakash Reddy</a:t>
            </a:r>
          </a:p>
          <a:p>
            <a:r>
              <a:rPr lang="en-IN" b="1" dirty="0" err="1"/>
              <a:t>K.Raghu</a:t>
            </a:r>
            <a:r>
              <a:rPr lang="en-IN" b="1" dirty="0"/>
              <a:t> Vardhan </a:t>
            </a:r>
            <a:r>
              <a:rPr lang="en-IN" b="1" dirty="0" err="1"/>
              <a:t>reddy</a:t>
            </a:r>
            <a:endParaRPr lang="en-IN" b="1" dirty="0"/>
          </a:p>
          <a:p>
            <a:r>
              <a:rPr lang="en-IN" b="1" dirty="0" err="1"/>
              <a:t>A.Sai</a:t>
            </a:r>
            <a:r>
              <a:rPr lang="en-IN" b="1" dirty="0"/>
              <a:t> Siddhartha</a:t>
            </a:r>
          </a:p>
        </p:txBody>
      </p:sp>
    </p:spTree>
    <p:extLst>
      <p:ext uri="{BB962C8B-B14F-4D97-AF65-F5344CB8AC3E}">
        <p14:creationId xmlns:p14="http://schemas.microsoft.com/office/powerpoint/2010/main" val="12859039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2BB6E9E4-3B1B-B5D9-27C9-AD1B0FD8A6A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37964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F8D88A4-658E-ADD5-3550-261AC6D345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249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4F6C77-6A3C-970E-C9ED-4BBC6B17A6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0772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D56274-2931-0B0D-D2BF-A422B0C1D5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0068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5DAEE71-E534-E9CF-62CA-769591AAFF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8082" y="0"/>
            <a:ext cx="975391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58492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B88963A-AC7A-43E6-BC72-FBE308086BE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47736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4BB2A1A-A103-B441-879E-47471084CE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FCF3104-09F0-DA69-2CD7-6C600C8C9D6F}"/>
              </a:ext>
            </a:extLst>
          </p:cNvPr>
          <p:cNvSpPr txBox="1"/>
          <p:nvPr/>
        </p:nvSpPr>
        <p:spPr>
          <a:xfrm>
            <a:off x="4240567" y="5699464"/>
            <a:ext cx="371086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THANK  </a:t>
            </a:r>
            <a:r>
              <a:rPr lang="en-IN" dirty="0"/>
              <a:t> </a:t>
            </a:r>
            <a:r>
              <a:rPr lang="en-IN" sz="4400" b="1" dirty="0"/>
              <a:t>YOU</a:t>
            </a:r>
          </a:p>
        </p:txBody>
      </p:sp>
    </p:spTree>
    <p:extLst>
      <p:ext uri="{BB962C8B-B14F-4D97-AF65-F5344CB8AC3E}">
        <p14:creationId xmlns:p14="http://schemas.microsoft.com/office/powerpoint/2010/main" val="2241344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30</Words>
  <Application>Microsoft Office PowerPoint</Application>
  <PresentationFormat>Widescreen</PresentationFormat>
  <Paragraphs>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BHANU PRAKASH</dc:creator>
  <cp:lastModifiedBy>BHANU PRAKASH</cp:lastModifiedBy>
  <cp:revision>1</cp:revision>
  <dcterms:created xsi:type="dcterms:W3CDTF">2026-10-10T06:12:56Z</dcterms:created>
  <dcterms:modified xsi:type="dcterms:W3CDTF">2026-10-10T06:42:27Z</dcterms:modified>
</cp:coreProperties>
</file>